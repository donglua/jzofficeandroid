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<Relationships xmlns="http://schemas.openxmlformats.org/package/2006/relationships"><Relationship Id="rOffic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Master"/>
  </p:sldMasterIdLst>
  <p:sldIdLst>
    <p:sldId id="257" r:id="rSecond"/>
    <p:sldId id="256" r:id="rFirst"/>
  </p:sldIdLst>
  <p:sldSz cx="12192000" cy="6858000" type="screen16x9"/>
  <p:notesSz cx="6858000" cy="12192000"/>
  <p:defaultTextStyle>
    <a:defPPr>
      <a:defRPr lang="en-US" sz="1200"/>
    </a:defPPr>
  </p:defaultTextStyle>
</p:presentation>
</file>

<file path=ppt/_rels/presentation.xml.rels><?xml version="1.0" encoding="UTF-8"?><Relationships xmlns="http://schemas.openxmlformats.org/package/2006/relationships"><Relationship Id="rFirst" Type="http://schemas.openxmlformats.org/officeDocument/2006/relationships/slide" Target="slides/slide1.xml"/><Relationship Id="rSecond" Type="http://schemas.openxmlformats.org/officeDocument/2006/relationships/slide" Target="slides/slide2.xml"/><Relationship Id="rMaster" Type="http://schemas.openxmlformats.org/officeDocument/2006/relationships/slideMaster" Target="slideMasters/slideMaster1.xml"/></Relationships>
</file>

<file path=ppt/slideLayouts/_rels/slideLayout1.xml.rels><?xml version="1.0" encoding="UTF-8"?><Relationships xmlns="http://schemas.openxmlformats.org/package/2006/relationships"><Relationship Id="r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Layout"/>
  </p:sldLayoutIdLst>
  <p:txStyles>
    <p:titleStyle/>
    <p:bodyStyle/>
    <p:otherStyle>
      <a:lvl1pPr>
        <a:defRPr sz="1800">
          <a:solidFill>
            <a:srgbClr val="202124"/>
          </a:solidFill>
        </a:defRPr>
      </a:lvl1pPr>
    </p:otherStyle>
  </p:txStyles>
</p:sldMaster>
</file>

<file path=ppt/slides/_rels/slide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B3479"/>
        </a:solidFill>
      </p:bgPr>
    </p:bg>
    <p:spTree>
      <p:sp>
        <p:nvSpPr>
          <p:cNvPr id="1" name="Text 1"/>
          <p:cNvSpPr txBox="1"/>
          <p:nvPr/>
        </p:nvSpPr>
        <p:spPr>
          <a:xfrm>
            <a:off x="1104265" y="2071370"/>
            <a:ext cx="3199130" cy="1014730"/>
          </a:xfrm>
          <a:noFill/>
        </p:spPr>
        <p:txBody>
          <a:bodyPr/>
          <a:lstStyle/>
          <a:p>
            <a:pPr algn="ctr"/>
            <a:r>
              <a:rPr sz="6000" b="1">
                <a:latin typeface="Source Han Sans CN Light"/>
                <a:solidFill>
                  <a:srgbClr val="FFFFFF"/>
                </a:solidFill>
              </a:rPr>
              <a:t>PART 01</a:t>
            </a:r>
          </a:p>
        </p:txBody>
      </p:sp>
      <p:sp>
        <p:nvSpPr>
          <p:cNvPr id="2" name="Text 2"/>
          <p:cNvSpPr txBox="1"/>
          <p:nvPr/>
        </p:nvSpPr>
        <p:spPr>
          <a:xfrm>
            <a:off x="1104265" y="2335530"/>
            <a:ext cx="9839325" cy="1918970"/>
          </a:xfrm>
          <a:noFill/>
        </p:spPr>
        <p:txBody>
          <a:bodyPr/>
          <a:lstStyle/>
          <a:p>
            <a:pPr algn="l">
              <a:lnSpc>
                <a:spcPct val="180000"/>
              </a:lnSpc>
            </a:pPr>
            <a:r>
              <a:rPr sz="6600">
                <a:latin typeface="Source Han Sans CN Regular"/>
                <a:solidFill>
                  <a:srgbClr val="FFFFFF"/>
                </a:solidFill>
              </a:rPr>
              <a:t>章节标题，完整显示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B3479"/>
        </a:solidFill>
      </p:bgPr>
    </p:bg>
    <p:spTree>
      <p:sp>
        <p:nvSpPr>
          <p:cNvPr id="1" name="Text 1"/>
          <p:cNvSpPr txBox="1"/>
          <p:nvPr/>
        </p:nvSpPr>
        <p:spPr>
          <a:xfrm>
            <a:off x="1143000" y="1905000"/>
            <a:ext cx="782955" cy="1088390"/>
          </a:xfrm>
          <a:noFill/>
        </p:spPr>
        <p:txBody>
          <a:bodyPr/>
          <a:lstStyle/>
          <a:p>
            <a:pPr algn="ctr">
              <a:lnSpc>
                <a:spcPct val="180000"/>
              </a:lnSpc>
            </a:pPr>
            <a:r>
              <a:rPr sz="3600">
                <a:latin typeface="Impact"/>
                <a:solidFill>
                  <a:srgbClr val="FFFFFF"/>
                </a:solidFill>
              </a:rPr>
              <a:t>0 1</a:t>
            </a:r>
          </a:p>
        </p:txBody>
      </p:sp>
      <p:sp>
        <p:nvSpPr>
          <p:cNvPr id="2" name="Text 2"/>
          <p:cNvSpPr txBox="1"/>
          <p:nvPr/>
        </p:nvSpPr>
        <p:spPr>
          <a:xfrm>
            <a:off x="3302000" y="1905000"/>
            <a:ext cx="782955" cy="1088390"/>
          </a:xfrm>
          <a:noFill/>
        </p:spPr>
        <p:txBody>
          <a:bodyPr/>
          <a:lstStyle/>
          <a:p>
            <a:pPr algn="ctr">
              <a:lnSpc>
                <a:spcPct val="180000"/>
              </a:lnSpc>
            </a:pPr>
            <a:r>
              <a:rPr sz="3600">
                <a:latin typeface="Impact"/>
                <a:solidFill>
                  <a:srgbClr val="FFFFFF"/>
                </a:solidFill>
              </a:rPr>
              <a:t>0 2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61000" y="1905000"/>
            <a:ext cx="782955" cy="1088390"/>
          </a:xfrm>
          <a:noFill/>
        </p:spPr>
        <p:txBody>
          <a:bodyPr/>
          <a:lstStyle/>
          <a:p>
            <a:pPr algn="ctr">
              <a:lnSpc>
                <a:spcPct val="180000"/>
              </a:lnSpc>
            </a:pPr>
            <a:r>
              <a:rPr sz="3600">
                <a:latin typeface="Impact"/>
                <a:solidFill>
                  <a:srgbClr val="FFFFFF"/>
                </a:solidFill>
              </a:rPr>
              <a:t>0 3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620000" y="1905000"/>
            <a:ext cx="782955" cy="1088390"/>
          </a:xfrm>
          <a:noFill/>
        </p:spPr>
        <p:txBody>
          <a:bodyPr/>
          <a:lstStyle/>
          <a:p>
            <a:pPr algn="ctr">
              <a:lnSpc>
                <a:spcPct val="180000"/>
              </a:lnSpc>
            </a:pPr>
            <a:r>
              <a:rPr sz="3600">
                <a:latin typeface="Impact"/>
                <a:solidFill>
                  <a:srgbClr val="FFFFFF"/>
                </a:solidFill>
              </a:rPr>
              <a:t>0 4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779000" y="1905000"/>
            <a:ext cx="782955" cy="1088390"/>
          </a:xfrm>
          <a:noFill/>
        </p:spPr>
        <p:txBody>
          <a:bodyPr/>
          <a:lstStyle/>
          <a:p>
            <a:pPr algn="ctr">
              <a:lnSpc>
                <a:spcPct val="180000"/>
              </a:lnSpc>
            </a:pPr>
            <a:r>
              <a:rPr sz="3600">
                <a:latin typeface="Impact"/>
                <a:solidFill>
                  <a:srgbClr val="FFFFFF"/>
                </a:solidFill>
              </a:rPr>
              <a:t>0 5</a:t>
            </a:r>
          </a:p>
        </p:txBody>
      </p:sp>
    </p:spTree>
  </p:cSld>
</p:sld>
</file>

<file path=ppt/theme/theme1.xml><?xml version="1.0" encoding="utf-8"?>
<a:theme xmlns:a="http://schemas.openxmlformats.org/drawingml/2006/main" name="Fixture theme">
  <a:themeElements>
    <a:clrScheme name="Fixture colors">
      <a:dk1>
        <a:srgbClr val="202124"/>
      </a:dk1>
      <a:lt1>
        <a:srgbClr val="FFFFFF"/>
      </a:lt1>
      <a:dk2>
        <a:srgbClr val="112233"/>
      </a:dk2>
      <a:lt2>
        <a:srgbClr val="F4F7FA"/>
      </a:lt2>
      <a:accent1>
        <a:srgbClr val="2A9D8F"/>
      </a:accent1>
      <a:accent2>
        <a:srgbClr val="E9C46A"/>
      </a:accent2>
      <a:accent3>
        <a:srgbClr val="E76F51"/>
      </a:accent3>
      <a:accent4>
        <a:srgbClr val="457B9D"/>
      </a:accent4>
      <a:accent5>
        <a:srgbClr val="8F5D9F"/>
      </a:accent5>
      <a:accent6>
        <a:srgbClr val="6A994E"/>
      </a:accent6>
      <a:hlink>
        <a:srgbClr val="0563C1"/>
      </a:hlink>
      <a:folHlink>
        <a:srgbClr val="954F72"/>
      </a:folHlink>
    </a:clrScheme>
    <a:fontScheme name="Fixture fonts">
      <a:majorFont>
        <a:latin typeface="Arial"/>
        <a:ea typeface=""/>
        <a:cs typeface=""/>
        <a:font script="Hans" typeface="Microsoft YaHei"/>
      </a:majorFont>
      <a:minorFont>
        <a:latin typeface="Arial"/>
        <a:ea typeface=""/>
        <a:cs typeface=""/>
        <a:font script="Hans" typeface="Microsoft YaHei"/>
      </a:minorFont>
    </a:fontScheme>
    <a:fmtScheme name="Fixture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254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381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