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Master"/>
  </p:sldMasterIdLst>
  <p:sldIdLst>
    <p:sldId id="257" r:id="rSecond"/>
    <p:sldId id="256" r:id="rFirst"/>
  </p:sldIdLst>
  <p:sldSz cx="9144000" cy="5143500" type="screen16x9"/>
  <p:notesSz cx="6858000" cy="9144000"/>
  <p:defaultTextStyle>
    <a:defPPr>
      <a:defRPr lang="en-US" sz="1200"/>
    </a:defPPr>
  </p:defaultTextStyle>
</p:presentation>
</file>

<file path=ppt/_rels/presentation.xml.rels><?xml version="1.0" encoding="UTF-8"?><Relationships xmlns="http://schemas.openxmlformats.org/package/2006/relationships"><Relationship Id="rFirst" Type="http://schemas.openxmlformats.org/officeDocument/2006/relationships/slide" Target="slides/slide1.xml"/><Relationship Id="rSecond" Type="http://schemas.openxmlformats.org/officeDocument/2006/relationships/slide" Target="slides/slide2.xml"/><Relationship Id="rMaster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Layout"/>
  </p:sldLayoutIdLst>
  <p:txStyles>
    <p:titleStyle/>
    <p:bodyStyle/>
    <p:otherStyle>
      <a:lvl1pPr>
        <a:defRPr sz="1800">
          <a:solidFill>
            <a:srgbClr val="202124"/>
          </a:solidFill>
        </a:defRPr>
      </a:lvl1pPr>
    </p:otherStyle>
  </p:txStyles>
</p:sldMaster>
</file>

<file path=ppt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Image" Type="http://schemas.openxmlformats.org/officeDocument/2006/relationships/image" Target="../media/../media/pixel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04800"/>
            <a:ext cx="635000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defRPr sz="2800" b="1"/>
            </a:pPr>
            <a:r>
              <a:rPr lang="en-US" sz="2800" b="1">
                <a:solidFill>
                  <a:srgbClr val="FFFFFF"/>
                </a:solidFill>
              </a:rPr>
              <a:t>Second English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grpSp>
        <p:nvGrpSpPr>
          <p:cNvPr id="10" name="Scaled group"/>
          <p:cNvGrpSpPr/>
          <p:nvPr/>
        </p:nvGrpSpPr>
        <p:grpSpPr>
          <a:xfrm>
            <a:off x="1270000" y="635000"/>
            <a:ext cx="2540000" cy="1270000"/>
            <a:chOff x="127000" y="254000"/>
            <a:chExt cx="1270000" cy="1270000"/>
          </a:xfrm>
        </p:grpSpPr>
        <p:sp>
          <p:nvSpPr>
            <p:cNvPr id="11" name="Grouped rectangle"/>
            <p:cNvSpPr/>
            <p:nvPr/>
          </p:nvSpPr>
          <p:spPr>
            <a:xfrm>
              <a:off x="254000" y="381000"/>
              <a:ext cx="254000" cy="254000"/>
            </a:xfrm>
            <a:prstGeom prst="rect"/>
            <a:solidFill>
              <a:srgbClr val="22AA66"/>
            </a:solidFill>
          </p:spPr>
        </p:sp>
        <p:grpSp>
          <p:nvGrpSpPr>
            <p:cNvPr id="12" name="Nested group"/>
            <p:cNvGrpSpPr/>
            <p:nvPr/>
          </p:nvGrpSpPr>
          <p:grpSpPr>
            <a:xfrm>
              <a:off x="254000" y="762000"/>
              <a:ext cx="1016000" cy="381000"/>
              <a:chOff x="0" y="0"/>
              <a:chExt cx="1016000" cy="381000"/>
            </a:xfrm>
          </p:grpSpPr>
          <p:sp>
            <p:nvSpPr>
              <p:cNvPr id="13" name="Text 13"/>
              <p:cNvSpPr txBox="1"/>
              <p:nvPr/>
            </p:nvSpPr>
            <p:spPr>
              <a:xfrm>
                <a:off x="0" y="0"/>
                <a:ext cx="1016000" cy="381000"/>
              </a:xfrm>
              <a:noFill/>
            </p:spPr>
            <p:txBody>
              <a:bodyPr lIns="0" rIns="0" tIns="0" bIns="0"/>
              <a:lstStyle/>
              <a:p>
                <a:pPr>
                  <a:lnSpc>
                    <a:spcPct val="150000"/>
                  </a:lnSpc>
                </a:pPr>
                <a:r>
                  <a:rPr sz="1200">
                    <a:solidFill>
                      <a:srgbClr val="222222"/>
                    </a:solidFill>
                  </a:rPr>
                  <a:t>Grouped 中文</a:t>
                </a:r>
              </a:p>
            </p:txBody>
          </p:sp>
        </p:grpSp>
        <p:pic>
          <p:nvPicPr>
            <p:cNvPr id="14" name="Grouped flipped picture"/>
            <p:cNvPicPr/>
            <p:nvPr/>
          </p:nvPicPr>
          <p:blipFill>
            <a:blip r:embed="rImage"/>
            <a:stretch>
              <a:fillRect/>
            </a:stretch>
          </p:blipFill>
          <p:spPr>
            <a:xfrm flipH="1">
              <a:off x="762000" y="381000"/>
              <a:ext cx="508000" cy="254000"/>
            </a:xfrm>
          </p:spPr>
        </p:pic>
      </p:grpSp>
      <p:grpSp>
        <p:nvGrpSpPr>
          <p:cNvPr id="20" name="Rotated group"/>
          <p:cNvGrpSpPr/>
          <p:nvPr/>
        </p:nvGrpSpPr>
        <p:grpSpPr>
          <a:xfrm rot="5400000">
            <a:off x="5080000" y="635000"/>
            <a:ext cx="1270000" cy="762000"/>
            <a:chOff x="0" y="0"/>
            <a:chExt cx="1270000" cy="762000"/>
          </a:xfrm>
        </p:grpSpPr>
        <p:sp>
          <p:nvSpPr>
            <p:cNvPr id="21" name="Rotated bar"/>
            <p:cNvSpPr/>
            <p:nvPr/>
          </p:nvSpPr>
          <p:spPr>
            <a:xfrm>
              <a:off x="0" y="0"/>
              <a:ext cx="1016000" cy="254000"/>
            </a:xfrm>
            <a:prstGeom prst="rect"/>
            <a:solidFill>
              <a:srgbClr val="E47722"/>
            </a:solidFill>
          </p:spPr>
        </p:sp>
      </p:grpSp>
      <p:sp>
        <p:nvSpPr>
          <p:cNvPr id="30" name="Text 30"/>
          <p:cNvSpPr txBox="1"/>
          <p:nvPr/>
        </p:nvSpPr>
        <p:spPr>
          <a:xfrm>
            <a:off x="457200" y="2286000"/>
            <a:ext cx="7620000" cy="2286000"/>
          </a:xfrm>
          <a:noFill/>
        </p:spPr>
        <p:txBody>
          <a:bodyPr lIns="0" rIns="0" tIns="0" bIns="0">
            <a:normAutofit fontScale="75000" lnSpcReduction="20000"/>
          </a:bodyPr>
          <a:lstStyle/>
          <a:p>
            <a:pPr marL="304800" marR="152400" indent="-152400">
              <a:lnSpc>
                <a:spcPct val="150000"/>
              </a:lnSpc>
            </a:pPr>
            <a:r>
              <a:rPr sz="2400">
                <a:solidFill>
                  <a:srgbClr val="222222"/>
                </a:solidFill>
              </a:rPr>
              <a:t>PPTX line spacing and hanging indent: 中文排版 with saved autofit. This text wraps onto multiple lines so spacing and indents remain visible across zoom levels.</a:t>
            </a:r>
          </a:p>
        </p:txBody>
      </p:sp>
      <p:grpSp>
        <p:grpSpPr>
          <a:xfrm>
            <a:off x="508000" y="4572000"/>
            <a:ext cx="8128000" cy="508000"/>
            <a:chOff x="0" y="0"/>
            <a:chExt cx="12800" cy="800"/>
          </a:xfrm>
        </p:grpSpPr>
        <p:sp>
          <p:spPr>
            <a:xfrm>
              <a:off x="11200" y="100"/>
              <a:ext cx="1600" cy="500"/>
            </a:xfrm>
            <a:prstGeom prst="rect"/>
            <a:solidFill>
              <a:srgbClr val="003AAC"/>
            </a:solidFill>
            <a:ln w="25400">
              <a:solidFill>
                <a:srgbClr val="003F68"/>
              </a:solidFill>
            </a:ln>
          </p:spPr>
        </p:sp>
        <p:sp>
          <p:nvSpPr>
            <p:cNvPr id="41" name="Text 41"/>
            <p:cNvSpPr txBox="1"/>
            <p:nvPr/>
          </p:nvSpPr>
          <p:spPr>
            <a:xfrm>
              <a:off x="0" y="0"/>
              <a:ext cx="10000" cy="800"/>
            </a:xfrm>
            <a:noFill/>
          </p:spPr>
          <p:txBody>
            <a:bodyPr/>
            <a:lstStyle/>
            <a:p>
              <a:pPr>
                <a:lnSpc>
                  <a:spcPct val="150000"/>
                </a:lnSpc>
              </a:pPr>
              <a:r>
                <a:rPr sz="2400">
                  <a:solidFill>
                    <a:srgbClr val="222222"/>
                  </a:solidFill>
                </a:rPr>
                <a:t>Coordinate units</a:t>
              </a:r>
            </a:p>
          </p:txBody>
        </p:sp>
      </p:grpSp>
    </p:spTree>
  </p:cSld>
</p:sld>
</file>

<file path=ppt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54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81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