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<Relationships xmlns="http://schemas.openxmlformats.org/package/2006/relationships"><Relationship Id="r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Master"/>
  </p:sldMasterIdLst>
  <p:sldIdLst>
    <p:sldId id="257" r:id="rSecond"/>
    <p:sldId id="256" r:id="rFirst"/>
  </p:sldIdLst>
  <p:sldSz cx="9144000" cy="5143500" type="screen16x9"/>
  <p:notesSz cx="6858000" cy="9144000"/>
  <p:defaultTextStyle>
    <a:defPPr>
      <a:defRPr lang="en-US" sz="1200"/>
    </a:defPPr>
  </p:defaultTextStyle>
</p:presentation>
</file>

<file path=ppt/_rels/presentation.xml.rels><?xml version="1.0" encoding="UTF-8"?><Relationships xmlns="http://schemas.openxmlformats.org/package/2006/relationships"><Relationship Id="rFirst" Type="http://schemas.openxmlformats.org/officeDocument/2006/relationships/slide" Target="slides/slide1.xml"/><Relationship Id="rSecond" Type="http://schemas.openxmlformats.org/officeDocument/2006/relationships/slide" Target="slides/slide2.xml"/><Relationship Id="rMaster" Type="http://schemas.openxmlformats.org/officeDocument/2006/relationships/slideMaster" Target="slideMasters/slideMaster1.xml"/></Relationships>
</file>

<file path=ppt/charts/_rels/chart1.xml.rels><?xml version="1.0" encoding="UTF-8"?>
<Relationships xmlns="http://schemas.openxmlformats.org/package/2006/relationships">
<Relationship Id="rCsv" Type="http://schemas.openxmlformats.org/officeDocument/2006/relationships/package"
Target="file:///__jz_office_nonexistent__/missing.csv" TargetMode="External"/></Relationships>
</file>

<file path=ppt/charts/_rels/chart2.xml.rels><?xml version="1.0" encoding="UTF-8"?>
<Relationships xmlns="http://schemas.openxmlformats.org/package/2006/relationships">
<Relationship Id="rCsv" Type="http://schemas.openxmlformats.org/officeDocument/2006/relationships/package"
Target="file:///__jz_office_nonexistent__/missing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Cached categories</a:t>
            </a:r>
          </a:p>
        </c:rich>
      </c:tx>
      <c:overlay val="0"/>
    </c:title>
    <c:plotArea>
      <c:layout/>
      <c:lineChart>
        <c:grouping val="standard"/>
        <c:ser>
          <c:idx val="0"/>
          <c:order val="0"/>
          <c:tx>
            <c:v>Alpha</c:v>
          </c:tx>
          <c:spPr>
            <a:ln w="25400">
              <a:solidFill>
                <a:srgbClr val="C03050"/>
              </a:solidFill>
            </a:ln>
          </c:spPr>
          <c:marker>
            <c:symbol val="none"/>
          </c:marker>
          <c:cat>
            <c:strRef>
              <c:f>'missing.csv'!$A$2:$A$5</c:f>
              <c:strCache>
                <c:ptCount val="4"/>
                <c:pt idx="2">
                  <c:v>Q3</c:v>
                </c:pt>
                <c:pt idx="0">
                  <c:v>Q1</c:v>
                </c:pt>
                <c:pt idx="3">
                  <c:v>Q4</c:v>
                </c:pt>
                <c:pt idx="1">
                  <c:v>Q2</c:v>
                </c:pt>
              </c:strCache>
            </c:strRef>
          </c:cat>
          <c:val>
            <c:numRef>
              <c:f>'missing.csv'!$B$2:$B$5</c:f>
              <c:numCache>
                <c:formatCode>General</c:formatCode>
                <c:ptCount val="4"/>
                <c:pt idx="2">
                  <c:v>15</c:v>
                </c:pt>
                <c:pt idx="0">
                  <c:v>10</c:v>
                </c:pt>
                <c:pt idx="3">
                  <c:v>30</c:v>
                </c:pt>
                <c:pt idx="1">
                  <c:v>25</c:v>
                </c:pt>
              </c:numCache>
            </c:numRef>
          </c:val>
          <c:smooth val="0"/>
        </c:ser>
        <c:ser>
          <c:idx val="1"/>
          <c:order val="1"/>
          <c:tx>
            <c:v>Beta</c:v>
          </c:tx>
          <c:spPr>
            <a:ln w="25400">
              <a:solidFill>
                <a:srgbClr val="2070C0"/>
              </a:solidFill>
            </a:ln>
          </c:spPr>
          <c:marker>
            <c:symbol val="none"/>
          </c:marker>
          <c:cat>
            <c:strRef>
              <c:f>'missing.csv'!$A$2:$A$5</c:f>
              <c:strCache>
                <c:ptCount val="4"/>
                <c:pt idx="2">
                  <c:v>Q3</c:v>
                </c:pt>
                <c:pt idx="0">
                  <c:v>Q1</c:v>
                </c:pt>
                <c:pt idx="3">
                  <c:v>Q4</c:v>
                </c:pt>
                <c:pt idx="1">
                  <c:v>Q2</c:v>
                </c:pt>
              </c:strCache>
            </c:strRef>
          </c:cat>
          <c:val>
            <c:numLit>
              <c:formatCode>General</c:formatCode>
              <c:ptCount val="4"/>
              <c:pt idx="3">
                <c:v>10</c:v>
              </c:pt>
              <c:pt idx="1">
                <c:v>20</c:v>
              </c:pt>
              <c:pt idx="0">
                <c:v>30</c:v>
              </c:pt>
              <c:pt idx="2">
                <c:v>25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tickLblPos val="nextTo"/>
        <c:crossAx val="200"/>
        <c:crosses val="autoZero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100"/>
        <c:crosses val="autoZero"/>
      </c:valAx>
    </c:plotArea>
    <c:legend>
      <c:legendPos val="b"/>
      <c:overlay val="0"/>
    </c:legend>
    <c:plotVisOnly val="1"/>
    <c:dispBlanksAs val="gap"/>
  </c:chart>
  <c:externalData r:id="rCsv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Cached dates</a:t>
            </a:r>
          </a:p>
        </c:rich>
      </c:tx>
      <c:overlay val="0"/>
    </c:title>
    <c:plotArea>
      <c:layout/>
      <c:lineChart>
        <c:grouping val="standard"/>
        <c:ser>
          <c:idx val="0"/>
          <c:order val="0"/>
          <c:tx>
            <c:v>Daily</c:v>
          </c:tx>
          <c:spPr>
            <a:ln w="25400">
              <a:solidFill>
                <a:srgbClr val="C03050"/>
              </a:solidFill>
            </a:ln>
          </c:spPr>
          <c:marker>
            <c:symbol val="none"/>
          </c:marker>
          <c:cat>
            <c:numRef>
              <c:f>'missing.csv'!$A$2:$A$5</c:f>
              <c:numCache>
                <c:formatCode>yyyy-mm-dd</c:formatCode>
                <c:ptCount val="4"/>
                <c:pt idx="2">
                  <c:v>45294</c:v>
                </c:pt>
                <c:pt idx="0">
                  <c:v>45292</c:v>
                </c:pt>
                <c:pt idx="3">
                  <c:v>45295</c:v>
                </c:pt>
                <c:pt idx="1">
                  <c:v>45293</c:v>
                </c:pt>
              </c:numCache>
            </c:numRef>
          </c:cat>
          <c:val>
            <c:numRef>
              <c:f>'missing.csv'!$B$2:$B$5</c:f>
              <c:numCache>
                <c:formatCode>General</c:formatCode>
                <c:ptCount val="4"/>
                <c:pt idx="2">
                  <c:v>15</c:v>
                </c:pt>
                <c:pt idx="0">
                  <c:v>10</c:v>
                </c:pt>
                <c:pt idx="3">
                  <c:v>30</c:v>
                </c:pt>
                <c:pt idx="1">
                  <c:v>25</c:v>
                </c:pt>
              </c:numCache>
            </c:numRef>
          </c:val>
          <c:smooth val="0"/>
        </c:ser>
        <c:axId val="100"/>
        <c:axId val="200"/>
      </c:lineChart>
      <c:dateAx>
        <c:axId val="100"/>
        <c:scaling>
          <c:orientation val="minMax"/>
        </c:scaling>
        <c:delete val="0"/>
        <c:axPos val="b"/>
        <c:tickLblPos val="nextTo"/>
        <c:crossAx val="200"/>
        <c:crosses val="autoZero"/>
      </c:date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100"/>
        <c:crosses val="autoZero"/>
      </c:valAx>
    </c:plotArea>
    <c:legend>
      <c:legendPos val="b"/>
      <c:overlay val="0"/>
    </c:legend>
    <c:plotVisOnly val="1"/>
    <c:dispBlanksAs val="gap"/>
  </c:chart>
  <c:externalData r:id="rCsv">
    <c:autoUpdate val="1"/>
  </c:externalData>
</c:chartSpace>
</file>

<file path=ppt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Layout"/>
  </p:sldLayoutIdLst>
  <p:txStyles>
    <p:titleStyle/>
    <p:bodyStyle/>
    <p:otherStyle>
      <a:lvl1pPr>
        <a:defRPr sz="1800">
          <a:solidFill>
            <a:srgbClr val="202124"/>
          </a:solidFill>
        </a:defRPr>
      </a:lvl1pPr>
    </p:otherStyle>
  </p:txStyles>
</p:sldMaster>
</file>

<file path=ppt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Chart" Type="http://schemas.openxmlformats.org/officeDocument/2006/relationships/chart" Target="../charts/chart2.xml"/></Relationships>
</file>

<file path=ppt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Chart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04800"/>
            <a:ext cx="63500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defRPr sz="2800" b="1"/>
            </a:pPr>
            <a:r>
              <a:rPr lang="en-US" sz="2800" b="1">
                <a:solidFill>
                  <a:srgbClr val="202124"/>
                </a:solidFill>
              </a:rPr>
              <a:t>Date cache</a:t>
            </a:r>
            <a:endParaRPr lang="en-US"/>
          </a:p>
        </p:txBody>
      </p:sp>
      <p:graphicFrame>
        <p:nvGraphicFramePr>
          <p:cNvPr id="3" name="Cached chart"/>
          <p:cNvGraphicFramePr/>
          <p:nvPr/>
        </p:nvGraphicFramePr>
        <p:xfrm>
          <a:off x="609600" y="1219200"/>
          <a:ext cx="7924800" cy="3505200"/>
        </p:xfrm>
        <a:graphic>
          <a:graphicData uri="http://schemas.openxmlformats.org/drawingml/2006/chart">
            <c:chart xmlns:c="http://schemas.openxmlformats.org/drawingml/2006/chart" r:id="rChart"/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04800"/>
            <a:ext cx="63500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defRPr sz="2800" b="1"/>
            </a:pPr>
            <a:r>
              <a:rPr lang="en-US" sz="2800" b="1">
                <a:solidFill>
                  <a:srgbClr val="202124"/>
                </a:solidFill>
              </a:rPr>
              <a:t>Category cache</a:t>
            </a:r>
            <a:endParaRPr lang="en-US"/>
          </a:p>
        </p:txBody>
      </p:sp>
      <p:graphicFrame>
        <p:nvGraphicFramePr>
          <p:cNvPr id="3" name="Cached chart"/>
          <p:cNvGraphicFramePr/>
          <p:nvPr/>
        </p:nvGraphicFramePr>
        <p:xfrm>
          <a:off x="609600" y="1219200"/>
          <a:ext cx="7924800" cy="3505200"/>
        </p:xfrm>
        <a:graphic>
          <a:graphicData uri="http://schemas.openxmlformats.org/drawingml/2006/chart">
            <c:chart xmlns:c="http://schemas.openxmlformats.org/drawingml/2006/chart" r:id="r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54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81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