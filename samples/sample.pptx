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"/>
  </p:sldMasterIdLst>
  <p:sldIdLst>
    <p:sldId id="257" r:id="rSecond"/>
    <p:sldId id="256" r:id="rFirst"/>
  </p:sldIdLst>
  <p:sldSz cx="9144000" cy="5143500" type="screen16x9"/>
  <p:notesSz cx="6858000" cy="9144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Relationship Id="rMaster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048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defRPr sz="2800" b="1"/>
            </a:pPr>
            <a:r>
              <a:rPr lang="en-US" sz="2800" b="1">
                <a:solidFill>
                  <a:srgbClr val="FFFFFF"/>
                </a:solidFill>
              </a:rPr>
              <a:t>Second English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048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defRPr sz="2800" b="1"/>
            </a:pPr>
            <a:r>
              <a:rPr lang="en-US" sz="2800" b="1">
                <a:solidFill>
                  <a:srgbClr val="112233"/>
                </a:solidFill>
              </a:rPr>
              <a:t>First 中文</a:t>
            </a:r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457200" y="1422400"/>
            <a:ext cx="2286000" cy="762000"/>
          </a:xfrm>
          <a:prstGeom prst="rect">
            <a:avLst/>
          </a:prstGeom>
          <a:solidFill>
            <a:srgbClr val="DCFCE7"/>
          </a:solidFill>
          <a:ln w="25400">
            <a:solidFill>
              <a:srgbClr val="228855"/>
            </a:solidFill>
          </a:ln>
        </p:spPr>
      </p:sp>
      <p:sp>
        <p:nvSpPr>
          <p:cNvPr id="4" name="Ellipse"/>
          <p:cNvSpPr/>
          <p:nvPr/>
        </p:nvSpPr>
        <p:spPr>
          <a:xfrm>
            <a:off x="3048000" y="1422400"/>
            <a:ext cx="1016000" cy="635000"/>
          </a:xfrm>
          <a:prstGeom prst="ellipse">
            <a:avLst/>
          </a:prstGeom>
          <a:solidFill>
            <a:srgbClr val="FFE3A3"/>
          </a:solidFill>
          <a:ln w="12700">
            <a:solidFill>
              <a:srgbClr val="9A6500"/>
            </a:solidFill>
          </a:ln>
        </p:spPr>
      </p:sp>
      <p:cxnSp>
        <p:nvCxnSpPr>
          <p:cNvPr id="5" name="Horizontal line"/>
          <p:cNvCxnSpPr/>
          <p:nvPr/>
        </p:nvCxnSpPr>
        <p:spPr>
          <a:xfrm>
            <a:off x="457200" y="2413000"/>
            <a:ext cx="3606800" cy="0"/>
          </a:xfrm>
          <a:prstGeom prst="line">
            <a:avLst/>
          </a:prstGeom>
          <a:ln w="25400">
            <a:solidFill>
              <a:srgbClr val="475569"/>
            </a:solidFill>
          </a:ln>
        </p:spPr>
      </p:cxnSp>
      <p:pic>
        <p:nvPicPr>
          <p:cNvPr id="6" name="Small teal PNG"/>
          <p:cNvPicPr>
            <a:picLocks noChangeAspect="1"/>
          </p:cNvPicPr>
          <p:nvPr/>
        </p:nvPicPr>
        <p:blipFill>
          <a:blip r:embed="rImage"/>
          <a:stretch>
            <a:fillRect/>
          </a:stretch>
        </p:blipFill>
        <p:spPr>
          <a:xfrm>
            <a:off x="5080000" y="1422400"/>
            <a:ext cx="914400" cy="457200"/>
          </a:xfrm>
          <a:prstGeom prst="rect">
            <a:avLst/>
          </a:prstGeom>
        </p:spPr>
      </p:pic>
      <p:graphicFrame>
        <p:nvGraphicFramePr>
          <p:cNvPr id="7" name="Bilingual table"/>
          <p:cNvGraphicFramePr/>
          <p:nvPr/>
        </p:nvGraphicFramePr>
        <p:xfrm>
          <a:off x="457200" y="292100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6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Greeting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/>
                        <a:t>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Hello 你好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