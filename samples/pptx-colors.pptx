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"/>
  </p:sldMasterIdLst>
  <p:sldIdLst>
    <p:sldId id="257" r:id="rSecond"/>
    <p:sldId id="256" r:id="rFirst"/>
  </p:sldIdLst>
  <p:sldSz cx="9144000" cy="5143500" type="screen16x9"/>
  <p:notesSz cx="6858000" cy="9144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Relationship Id="rMaster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 title"/>
          <p:cNvSpPr txBox="1"/>
          <p:nvPr/>
        </p:nvSpPr>
        <p:spPr>
          <a:xfrm>
            <a:off x="1270000" y="1270000"/>
            <a:ext cx="6604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6400">
                <a:solidFill>
                  <a:srgbClr val="FFF3DD"/>
                </a:solidFill>
              </a:rPr>
              <a:t>Gold title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 title"/>
          <p:cNvSpPr txBox="1"/>
          <p:nvPr/>
        </p:nvSpPr>
        <p:spPr>
          <a:xfrm>
            <a:off x="1270000" y="1270000"/>
            <a:ext cx="6604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6400">
                <a:gradFill>
                  <a:gsLst>
                    <a:gs pos="30000">
                      <a:srgbClr val="FFFAEB"/>
                    </a:gs>
                    <a:gs pos="100000">
                      <a:schemeClr val="accent4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</a:rPr>
              <a:t>Gold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FFBA55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